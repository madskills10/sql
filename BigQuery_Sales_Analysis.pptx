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72C9C4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2F4D5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31E-4052-97A1-21941177007C}"/>
              </c:ext>
            </c:extLst>
          </c:dPt>
          <c:dPt>
            <c:idx val="1"/>
            <c:invertIfNegative val="1"/>
            <c:bubble3D val="0"/>
            <c:spPr>
              <a:solidFill>
                <a:srgbClr val="72C9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31E-4052-97A1-21941177007C}"/>
              </c:ext>
            </c:extLst>
          </c:dPt>
          <c:dPt>
            <c:idx val="2"/>
            <c:invertIfNegative val="1"/>
            <c:bubble3D val="0"/>
            <c:spPr>
              <a:solidFill>
                <a:srgbClr val="72C9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31E-4052-97A1-21941177007C}"/>
              </c:ext>
            </c:extLst>
          </c:dPt>
          <c:dPt>
            <c:idx val="3"/>
            <c:invertIfNegative val="1"/>
            <c:bubble3D val="0"/>
            <c:spPr>
              <a:solidFill>
                <a:srgbClr val="FF6D1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31E-4052-97A1-21941177007C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F4D5E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East</c:v>
                </c:pt>
                <c:pt idx="2">
                  <c:v>North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735972</c:v>
                </c:pt>
                <c:pt idx="1">
                  <c:v>707180</c:v>
                </c:pt>
                <c:pt idx="2">
                  <c:v>696524</c:v>
                </c:pt>
                <c:pt idx="3">
                  <c:v>660939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F31E-4052-97A1-2194117700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10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00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9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72C9C4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6E0-41AE-B478-7799C4E1D8A0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6E0-41AE-B478-7799C4E1D8A0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6E0-41AE-B478-7799C4E1D8A0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6E0-41AE-B478-7799C4E1D8A0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96E0-41AE-B478-7799C4E1D8A0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6E0-41AE-B478-7799C4E1D8A0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96E0-41AE-B478-7799C4E1D8A0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96E0-41AE-B478-7799C4E1D8A0}"/>
              </c:ext>
            </c:extLst>
          </c:dPt>
          <c:dPt>
            <c:idx val="8"/>
            <c:invertIfNegative val="1"/>
            <c:bubble3D val="0"/>
            <c:spPr>
              <a:solidFill>
                <a:srgbClr val="2F4D5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96E0-41AE-B478-7799C4E1D8A0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96E0-41AE-B478-7799C4E1D8A0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96E0-41AE-B478-7799C4E1D8A0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96E0-41AE-B478-7799C4E1D8A0}"/>
              </c:ext>
            </c:extLst>
          </c:dPt>
          <c:dPt>
            <c:idx val="12"/>
            <c:invertIfNegative val="1"/>
            <c:bubble3D val="0"/>
            <c:spPr>
              <a:solidFill>
                <a:srgbClr val="FF6D1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96E0-41AE-B478-7799C4E1D8A0}"/>
              </c:ext>
            </c:extLst>
          </c:dPt>
          <c:cat>
            <c:strRef>
              <c:f>Sheet1!$A$2:$A$14</c:f>
              <c:strCache>
                <c:ptCount val="13"/>
                <c:pt idx="0">
                  <c:v>Sep 24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  <c:pt idx="12">
                  <c:v>Sep 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196601</c:v>
                </c:pt>
                <c:pt idx="1">
                  <c:v>229647</c:v>
                </c:pt>
                <c:pt idx="2">
                  <c:v>246995</c:v>
                </c:pt>
                <c:pt idx="3">
                  <c:v>249073</c:v>
                </c:pt>
                <c:pt idx="4">
                  <c:v>231528</c:v>
                </c:pt>
                <c:pt idx="5">
                  <c:v>198906</c:v>
                </c:pt>
                <c:pt idx="6">
                  <c:v>239301</c:v>
                </c:pt>
                <c:pt idx="7">
                  <c:v>220959</c:v>
                </c:pt>
                <c:pt idx="8">
                  <c:v>268587</c:v>
                </c:pt>
                <c:pt idx="9">
                  <c:v>211582</c:v>
                </c:pt>
                <c:pt idx="10">
                  <c:v>243885</c:v>
                </c:pt>
                <c:pt idx="11">
                  <c:v>214099</c:v>
                </c:pt>
                <c:pt idx="12">
                  <c:v>49450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A-96E0-41AE-B478-7799C4E1D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10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9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72C9C4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2F4D5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EB8-4207-99EC-585F6134CED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7EB8-4207-99EC-585F6134CED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7EB8-4207-99EC-585F6134CED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7EB8-4207-99EC-585F6134CED8}"/>
              </c:ext>
            </c:extLst>
          </c:dPt>
          <c:dPt>
            <c:idx val="4"/>
            <c:invertIfNegative val="1"/>
            <c:bubble3D val="0"/>
            <c:spPr>
              <a:solidFill>
                <a:srgbClr val="FF6D1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EB8-4207-99EC-585F6134CE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F4D5E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Clothing</c:v>
                </c:pt>
                <c:pt idx="1">
                  <c:v>Toys</c:v>
                </c:pt>
                <c:pt idx="2">
                  <c:v>Electronics</c:v>
                </c:pt>
                <c:pt idx="3">
                  <c:v>Sports</c:v>
                </c:pt>
                <c:pt idx="4">
                  <c:v>Furniture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2273</c:v>
                </c:pt>
                <c:pt idx="1">
                  <c:v>2238</c:v>
                </c:pt>
                <c:pt idx="2">
                  <c:v>2181</c:v>
                </c:pt>
                <c:pt idx="3">
                  <c:v>2148</c:v>
                </c:pt>
                <c:pt idx="4">
                  <c:v>2074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7EB8-4207-99EC-585F6134CE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10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"/>
          <c:min val="18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72C9C4"/>
            </a:solidFill>
          </a:ln>
        </c:spPr>
        <c:txPr>
          <a:bodyPr/>
          <a:lstStyle/>
          <a:p>
            <a:pPr>
              <a:defRPr sz="900">
                <a:solidFill>
                  <a:srgbClr val="2F4D5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72C9C4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BigQuery Sales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463040" cy="64008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Retail sales insights with SQL in Google BigQuery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Querying regional revenue, monthly trends, top products, order value, and repeat buyers.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2468880" cy="402336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24688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Google BigQuery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297680"/>
            <a:ext cx="2468880" cy="402336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4297680"/>
            <a:ext cx="24688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SQL Aggregation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97680"/>
            <a:ext cx="2468880" cy="402336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4297680"/>
            <a:ext cx="246888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Sales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Table: sales_dataset.sales_dataset_2024_2025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68580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Presented by  Amado Jr Sombreno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37960"/>
            <a:ext cx="41148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What we will cover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91440" cy="914400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207007"/>
            <a:ext cx="100584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207007"/>
            <a:ext cx="9509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572768"/>
            <a:ext cx="9509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Why this analysis was done and what questions it answers.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21408"/>
            <a:ext cx="11247120" cy="91440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121408"/>
            <a:ext cx="91440" cy="914400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231136"/>
            <a:ext cx="100584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231136"/>
            <a:ext cx="9509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596896"/>
            <a:ext cx="9509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retail sales table stored and queried in BigQuery.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45536"/>
            <a:ext cx="11247120" cy="91440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145536"/>
            <a:ext cx="91440" cy="914400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255264"/>
            <a:ext cx="100584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255264"/>
            <a:ext cx="9509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How BigQuery Was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21024"/>
            <a:ext cx="9509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SQL steps used to group, rank, and compare sales.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69664"/>
            <a:ext cx="11247120" cy="91440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169664"/>
            <a:ext cx="91440" cy="914400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279392"/>
            <a:ext cx="100584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79392"/>
            <a:ext cx="9509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645152"/>
            <a:ext cx="9509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Regions, months, products, order value, and repeat customers.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93792"/>
            <a:ext cx="11247120" cy="91440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193792"/>
            <a:ext cx="91440" cy="914400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0584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303520"/>
            <a:ext cx="9509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Insights &amp;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669280"/>
            <a:ext cx="9509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What the business should notice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Turn a retail sales table into clear regional and customer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91440" cy="1097280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170432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44752"/>
            <a:ext cx="1078992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Use BigQuery SQL to explore a 2024–2025 retail dataset and explain sales by region, month, product, and customer.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553212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8" y="2624328"/>
            <a:ext cx="384048" cy="384048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6243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642615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5468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Write SQL in BigQuery to group, rank, and summarize 2,000 orders.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423160"/>
            <a:ext cx="553212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2624328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642615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5468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See which regions and product categories lead, and how sales move by month.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553212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8368" y="4407407"/>
            <a:ext cx="384048" cy="384048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40740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425696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937759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Measure average order value and find customers who bought more than once.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06240"/>
            <a:ext cx="553212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73368" y="4407407"/>
            <a:ext cx="384048" cy="384048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4407407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4425696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937759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Turn query results into simple notes a business team can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Dataset in BigQuery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Table: sales_dataset.sales_dataset_2024_2025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42415"/>
            <a:ext cx="2697480" cy="102412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42415"/>
            <a:ext cx="2697480" cy="6400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188719"/>
            <a:ext cx="2514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45919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42415"/>
            <a:ext cx="2697480" cy="102412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042415"/>
            <a:ext cx="2697480" cy="6400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188719"/>
            <a:ext cx="2514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45919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42415"/>
            <a:ext cx="2697480" cy="102412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042415"/>
            <a:ext cx="2697480" cy="6400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19"/>
            <a:ext cx="2514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45919"/>
            <a:ext cx="2514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042415"/>
            <a:ext cx="2743200" cy="102412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1042415"/>
            <a:ext cx="2743200" cy="6400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1188719"/>
            <a:ext cx="25603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645919"/>
            <a:ext cx="2560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9743" y="2249424"/>
            <a:ext cx="8762033" cy="3703320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63" y="2295144"/>
            <a:ext cx="8670593" cy="36118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Each row is one order: who bought, where, what category, how many units, and the total 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Exploring the Raw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First query: preview every order before aggregating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4914" y="1042415"/>
            <a:ext cx="6851691" cy="4892040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elec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634" y="1088136"/>
            <a:ext cx="6760251" cy="4800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SELECT * FROM sales_dataset.sales_dataset_2024_2025;   ·   BigQuery shows 2,000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How BigQuery Was Used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All analysis was written and run in the BigQuery SQL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60704"/>
            <a:ext cx="2148840" cy="15727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98448" y="1188720"/>
            <a:ext cx="438912" cy="43891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118872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19072"/>
            <a:ext cx="1965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29968"/>
            <a:ext cx="1938528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Store the retail file as a BigQuery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737360"/>
            <a:ext cx="137160" cy="54864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1060704"/>
            <a:ext cx="2148840" cy="15727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84448" y="1188720"/>
            <a:ext cx="438912" cy="43891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84448" y="118872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719072"/>
            <a:ext cx="1965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2029968"/>
            <a:ext cx="1938528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Preview rows with SELECT * and check the schema.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737360"/>
            <a:ext cx="137160" cy="54864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0" y="1060704"/>
            <a:ext cx="2148840" cy="15727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70448" y="1188720"/>
            <a:ext cx="438912" cy="43891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0448" y="118872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719072"/>
            <a:ext cx="1965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029968"/>
            <a:ext cx="1938528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Use SUM, AVG, and COUNT to build metrics.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737360"/>
            <a:ext cx="137160" cy="54864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0" y="1060704"/>
            <a:ext cx="2148840" cy="15727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56448" y="1188720"/>
            <a:ext cx="438912" cy="43891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56448" y="118872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719072"/>
            <a:ext cx="1965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2029968"/>
            <a:ext cx="1938528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ORDER BY and LIMIT to find leaders.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1737360"/>
            <a:ext cx="137160" cy="54864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200" y="1060704"/>
            <a:ext cx="2148840" cy="15727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188720"/>
            <a:ext cx="438912" cy="43891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42448" y="118872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1719072"/>
            <a:ext cx="1965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2029968"/>
            <a:ext cx="1938528" cy="4937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CTEs, JOIN, and ROW_NUMBER() for repeat buyers.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8346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SQL used for each question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182112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3182112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3364992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GROUP BY + SUM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3694176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Total sales by region and units by product.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182112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51960" y="3182112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16552" y="3364992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FORMAT_DATE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6552" y="3694176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Roll daily orders into a clean monthly trend.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182112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46720" y="3182112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11312" y="3364992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AVG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2" y="3694176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One number for average order value.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535424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535424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1792" y="4718304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CTE + ROW_NUMBER()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5047488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Keep one customer name, then count their orders.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4535424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251960" y="4535424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16552" y="4718304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JOIN + HAVING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16552" y="5047488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Keep only customers with more than one order.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4535424"/>
            <a:ext cx="3657600" cy="124358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046720" y="4535424"/>
            <a:ext cx="3657600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11312" y="4718304"/>
            <a:ext cx="33284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ORDER BY + LIMIT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1312" y="5047488"/>
            <a:ext cx="3328416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Rank regions and show the top five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Five Questions We Asked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Every query in the project answers one of these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11247120" cy="8595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91440" cy="8595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3232" y="1298448"/>
            <a:ext cx="420624" cy="42062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298448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188719"/>
            <a:ext cx="2926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188719"/>
            <a:ext cx="71323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Which regions generate the most revenue?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9967"/>
            <a:ext cx="11247120" cy="8595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029967"/>
            <a:ext cx="91440" cy="859536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" y="2249424"/>
            <a:ext cx="420624" cy="42062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249424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139696"/>
            <a:ext cx="2926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139696"/>
            <a:ext cx="71323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How did sales move from Sep 2024 to Sep 2025?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80944"/>
            <a:ext cx="11247120" cy="8595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80944"/>
            <a:ext cx="91440" cy="859536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3232" y="3200400"/>
            <a:ext cx="420624" cy="42062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200400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090672"/>
            <a:ext cx="2926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090672"/>
            <a:ext cx="71323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Which product categories sold the most units?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11247120" cy="8595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91440" cy="859536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13232" y="4151376"/>
            <a:ext cx="420624" cy="42062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4151376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041648"/>
            <a:ext cx="2926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Order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041648"/>
            <a:ext cx="71323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How much do customers spend per order, on average?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82896"/>
            <a:ext cx="11247120" cy="8595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882896"/>
            <a:ext cx="91440" cy="859536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5102352"/>
            <a:ext cx="420624" cy="42062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5102352"/>
            <a:ext cx="420624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992624"/>
            <a:ext cx="2926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Repeat buyers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992624"/>
            <a:ext cx="71323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Which customers placed more than one order?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1  ·  Sales by 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Question: which regions generate the most revenue?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713232"/>
            <a:ext cx="201168" cy="201168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158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Highest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713232"/>
            <a:ext cx="201168" cy="20116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2746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599" y="713232"/>
            <a:ext cx="201168" cy="201168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5334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Lowest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20040" y="1024128"/>
          <a:ext cx="6537960" cy="4828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ectangle 16"/>
          <p:cNvSpPr/>
          <p:nvPr/>
        </p:nvSpPr>
        <p:spPr>
          <a:xfrm>
            <a:off x="7040880" y="1060704"/>
            <a:ext cx="4663440" cy="479145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0336" y="1207008"/>
            <a:ext cx="4297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2C9C4"/>
                </a:solidFill>
                <a:latin typeface="Arial"/>
                <a:ea typeface="Arial"/>
                <a:cs typeface="Arial"/>
              </a:rPr>
              <a:t>WHAT THE QUERY SHOWED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0336" y="1572768"/>
            <a:ext cx="4297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88352" y="1719072"/>
            <a:ext cx="347472" cy="347472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8352" y="171907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1572768"/>
            <a:ext cx="1645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572768"/>
            <a:ext cx="2084831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$735,972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2304288"/>
            <a:ext cx="4297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88352" y="2450592"/>
            <a:ext cx="347472" cy="347472"/>
          </a:xfrm>
          <a:prstGeom prst="ellipse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24505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2304288"/>
            <a:ext cx="1645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04288"/>
            <a:ext cx="2084831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$707,180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0336" y="3035808"/>
            <a:ext cx="4297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88352" y="3182112"/>
            <a:ext cx="347472" cy="347472"/>
          </a:xfrm>
          <a:prstGeom prst="ellipse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88352" y="318211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3035808"/>
            <a:ext cx="1645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North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35808"/>
            <a:ext cx="2084831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$696,524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3767328"/>
            <a:ext cx="4297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88352" y="3913632"/>
            <a:ext cx="347472" cy="347472"/>
          </a:xfrm>
          <a:prstGeom prst="ellipse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39136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767328"/>
            <a:ext cx="1645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767328"/>
            <a:ext cx="2084831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$660,939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0336" y="4572000"/>
            <a:ext cx="4297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South leads. The four regions are fairly close — West is only about 10% below South.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SQL: SELECT region, SUM(total_amount) … GROUP BY region ORDER BY total_sales DESC;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1 in BigQuery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exact query, result grid, and BigQuery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8205" y="1006677"/>
            <a:ext cx="4438124" cy="4722876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gion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86" y="1044533"/>
            <a:ext cx="4351362" cy="46492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09106" y="5765294"/>
            <a:ext cx="24988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Query + result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01268"/>
            <a:ext cx="4511275" cy="4722876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egion_v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308" y="1044533"/>
            <a:ext cx="4399937" cy="46582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90317" y="5711929"/>
            <a:ext cx="468382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2F4D5E"/>
                </a:solidFill>
                <a:latin typeface="Arial"/>
                <a:ea typeface="Arial"/>
                <a:cs typeface="Arial"/>
              </a:rPr>
              <a:t>BigQuery</a:t>
            </a: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 visualization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" y="6089904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311" y="6084495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South is first at about $736k. The same ranking appears in the grid and in the chart.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2  ·  Monthly Sales 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Question: are sales growing, falling, or holding steady?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713232"/>
            <a:ext cx="201168" cy="201168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158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Highest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713232"/>
            <a:ext cx="201168" cy="20116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2746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599" y="713232"/>
            <a:ext cx="201168" cy="201168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53343" y="694944"/>
            <a:ext cx="10515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Lowest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74320" y="1005840"/>
          <a:ext cx="1161288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5047488"/>
            <a:ext cx="3657600" cy="87782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5102352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HIGHEST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53583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May 2025  ·  $268,587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5047488"/>
            <a:ext cx="3657600" cy="87782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8264" y="5102352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2C9C4"/>
                </a:solidFill>
                <a:latin typeface="Arial"/>
                <a:ea typeface="Arial"/>
                <a:cs typeface="Arial"/>
              </a:rPr>
              <a:t>TYPICAL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53583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About $210k–$250k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5047488"/>
            <a:ext cx="3657600" cy="87782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024" y="5102352"/>
            <a:ext cx="3383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5358384"/>
            <a:ext cx="3383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Sep 2025 looks incomplete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FORMAT_DATE('%Y-%m', order_date) groups daily orders into months. Sep 2025 is likely a partial month, not a collapse.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2 in BigQuery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Monthly totals in the result grid and the BigQuery line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7476" y="991682"/>
            <a:ext cx="3399155" cy="4764023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ont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50" y="1042415"/>
            <a:ext cx="3313006" cy="46817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0550" y="5764851"/>
            <a:ext cx="2126422" cy="2560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Monthly totals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2240" y="991682"/>
            <a:ext cx="5164316" cy="4773169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month_v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941" y="1030543"/>
            <a:ext cx="5094913" cy="46862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46941" y="5764851"/>
            <a:ext cx="53106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Sales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8863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27735" y="6087939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line rises into late 2024, dips in February, peaks in May, then Sep 2025 drops because the month is not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3  ·  Top Product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Question: which categories sell the most units?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0040" y="1024128"/>
          <a:ext cx="6583680" cy="4828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086600" y="1060704"/>
            <a:ext cx="4168135" cy="4645152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oduct_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129284"/>
            <a:ext cx="4086276" cy="4507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50608" y="5687568"/>
            <a:ext cx="4401508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Query + units sold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Clothing leads at 2,273 units, but the five categories are very close. Demand is broad, not one-product.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4  ·  Average Order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Question: how much do customers spend per order?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5212080" cy="4773168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280160"/>
            <a:ext cx="4800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2C9C4"/>
                </a:solidFill>
                <a:latin typeface="Arial"/>
                <a:ea typeface="Arial"/>
                <a:cs typeface="Arial"/>
              </a:rPr>
              <a:t>AVERAGE ORDER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645920"/>
            <a:ext cx="48006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6D10"/>
                </a:solidFill>
                <a:latin typeface="Arial"/>
                <a:ea typeface="Arial"/>
                <a:cs typeface="Arial"/>
              </a:rPr>
              <a:t>$1,400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697480"/>
            <a:ext cx="4800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Exact result:  1,400.31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200400"/>
            <a:ext cx="4800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This is a single-number query: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AVG(total_amount) across all 2,000 orders.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617720"/>
            <a:ext cx="4800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 typical basket is about $1,400. Use this as a baseline when testing promotions or new products.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078992"/>
            <a:ext cx="5897879" cy="2929070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24712"/>
            <a:ext cx="5806440" cy="28376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97880" y="4044638"/>
            <a:ext cx="58978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BigQuery  ·  AVG(total_amount)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One clean metric from one function. No grouping required — just the average of total_amount.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Finding 5  ·  Repeat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Question: who bought more than once?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9546" y="982980"/>
            <a:ext cx="3241722" cy="4841748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repeat_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05" y="1039710"/>
            <a:ext cx="3142003" cy="473057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05735" y="5829298"/>
            <a:ext cx="3279951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CTE + ROW_NUMBER() + JOIN + HAVING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7688" y="982980"/>
            <a:ext cx="3952622" cy="4846318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epea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519" y="1039710"/>
            <a:ext cx="3810213" cy="47656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41926" y="5805357"/>
            <a:ext cx="2980372" cy="209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Customers with more than one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5439" y="6089904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311" y="6088378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solidFill>
                  <a:srgbClr val="2F4D5E"/>
                </a:solidFill>
                <a:latin typeface="Arial"/>
                <a:ea typeface="Arial"/>
                <a:cs typeface="Arial"/>
              </a:rPr>
              <a:t>Every repeat buyer in the result has 2 orders. The query keeps the latest name, then counts distinct orders.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Key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story the five queries tell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42415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504" y="1188719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1188719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188719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South leads, but not by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91055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South is first at $736k. West is last at $661k. Regional gaps are modest — all four markets matter.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42415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64224" y="1188719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1188719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88719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May was the strongest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91055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Sales stay in a $200k–$250k band most months and peak at $269k in May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70048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" y="2816352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281635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816352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Sep 2025 is not a crash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18688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 last month is $49k because the period looks incomplete. Treat it as a data-quality note.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70048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64224" y="2816352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4224" y="281635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816352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Categories are evenly matched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18688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Clothing is #1, but Toys through Furniture are close behind. The mix is balanced.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3504" y="4443984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" y="4443984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443984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Baskets are 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Average order value is $1,400. A few extra items per order would move revenue quickly.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297680"/>
            <a:ext cx="5577840" cy="1517904"/>
          </a:xfrm>
          <a:prstGeom prst="rect">
            <a:avLst/>
          </a:prstGeom>
          <a:solidFill>
            <a:srgbClr val="FFFFFF"/>
          </a:solidFill>
          <a:ln w="14604">
            <a:solidFill>
              <a:srgbClr val="72C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64224" y="4443984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4443984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4443984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Repeat buying exists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212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Many customers placed two orders. The CTE and window function made that list reliable.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80467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BigQuery Sales Analysis  ·  SQL  ·  Retail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601968"/>
            <a:ext cx="21945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Recommendations &amp;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21792"/>
            <a:ext cx="1051560" cy="50292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94944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What to do with these BigQuery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42415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504" y="1188719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1188719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170431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Study what South is doing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54480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Replicate South’s mix and timing in West, where revenue is lowest.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42415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64224" y="1188719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1188719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170431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Plan around 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May is the peak. Stock and campaigns should be ready before that month.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95728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" y="2542032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254203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523744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Do not overreact to Sep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907792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Confirm the extract date before treating the drop as a real decline.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95728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64224" y="2542032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4224" y="254203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523744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Grow the basket, not only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907792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AOV is already $1,400. Bundles in Clothing and Toys can lift it further.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3504" y="3895344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" y="3895344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3877055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Nurture two-order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61104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They already came back once. A simple second-purchase offer can create a third.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749039"/>
            <a:ext cx="5577840" cy="1243584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64224" y="3895344"/>
            <a:ext cx="329184" cy="329184"/>
          </a:xfrm>
          <a:prstGeom prst="ellipse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3895344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3877055"/>
            <a:ext cx="482803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Keep the SQL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61104"/>
            <a:ext cx="52120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These five queries are a reusable monthly scorecard in BigQuery.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71616"/>
            <a:ext cx="73152" cy="402336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" y="6071616"/>
            <a:ext cx="11173968" cy="402336"/>
          </a:xfrm>
          <a:prstGeom prst="rect">
            <a:avLst/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6071616"/>
            <a:ext cx="1093622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BigQuery turned one sales table into regional, monthly, product, and customer views — ready for BI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2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463040" cy="64008"/>
          </a:xfrm>
          <a:prstGeom prst="rect">
            <a:avLst/>
          </a:prstGeom>
          <a:solidFill>
            <a:srgbClr val="FF6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5156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241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Happy to walk through any BigQuery SQL, result grid, or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3566160" cy="420624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Table: sales_dataset_2024_2025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297680"/>
            <a:ext cx="3566160" cy="420624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Tool: Google BigQuery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297680"/>
            <a:ext cx="3566160" cy="420624"/>
          </a:xfrm>
          <a:prstGeom prst="roundRect">
            <a:avLst>
              <a:gd name="adj" fmla="val 8000"/>
            </a:avLst>
          </a:prstGeom>
          <a:solidFill>
            <a:srgbClr val="F2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4297680"/>
            <a:ext cx="3566160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4D5E"/>
                </a:solidFill>
                <a:latin typeface="Arial"/>
                <a:ea typeface="Arial"/>
                <a:cs typeface="Arial"/>
              </a:rPr>
              <a:t>2,000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37960"/>
            <a:ext cx="7315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Amado Jr Sombreno  ·  BigQuery Sales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6537960"/>
            <a:ext cx="41148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1459</Words>
  <Application>Microsoft Office PowerPoint</Application>
  <PresentationFormat>Widescreen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BigQuery Sales Analysis</dc:title>
  <dc:subject>Retail sales analysis with SQL in Google BigQuery</dc:subject>
  <dc:creator>Amado Jr Sombreno</dc:creator>
  <cp:keywords/>
  <dc:description>generated using python-pptx</dc:description>
  <cp:lastModifiedBy>Amado Jr Sombreno</cp:lastModifiedBy>
  <cp:revision>2</cp:revision>
  <dcterms:created xsi:type="dcterms:W3CDTF">2013-01-27T09:14:16Z</dcterms:created>
  <dcterms:modified xsi:type="dcterms:W3CDTF">2026-08-13T19:47:17Z</dcterms:modified>
  <cp:category/>
</cp:coreProperties>
</file>